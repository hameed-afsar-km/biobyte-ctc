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am Name"/>
          <p:cNvSpPr txBox="1"/>
          <p:nvPr/>
        </p:nvSpPr>
        <p:spPr>
          <a:xfrm>
            <a:off x="3394778" y="1583455"/>
            <a:ext cx="3668551" cy="436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Problem Statement"/>
          <p:cNvSpPr txBox="1"/>
          <p:nvPr/>
        </p:nvSpPr>
        <p:spPr>
          <a:xfrm>
            <a:off x="3394778" y="2211377"/>
            <a:ext cx="3668551" cy="464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Project Title"/>
          <p:cNvSpPr txBox="1"/>
          <p:nvPr/>
        </p:nvSpPr>
        <p:spPr>
          <a:xfrm>
            <a:off x="3394778" y="2850220"/>
            <a:ext cx="3668551" cy="436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6" name="Team Members"/>
          <p:cNvSpPr txBox="1"/>
          <p:nvPr/>
        </p:nvSpPr>
        <p:spPr>
          <a:xfrm>
            <a:off x="3668551" y="3521823"/>
            <a:ext cx="3394778" cy="6825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"/>
          <p:cNvSpPr txBox="1"/>
          <p:nvPr/>
        </p:nvSpPr>
        <p:spPr>
          <a:xfrm>
            <a:off x="273772" y="873631"/>
            <a:ext cx="8596455" cy="38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"/>
          <p:cNvSpPr txBox="1"/>
          <p:nvPr/>
        </p:nvSpPr>
        <p:spPr>
          <a:xfrm>
            <a:off x="273772" y="873631"/>
            <a:ext cx="8596455" cy="38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"/>
          <p:cNvSpPr txBox="1"/>
          <p:nvPr/>
        </p:nvSpPr>
        <p:spPr>
          <a:xfrm>
            <a:off x="273772" y="873631"/>
            <a:ext cx="8596455" cy="38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"/>
          <p:cNvSpPr txBox="1"/>
          <p:nvPr/>
        </p:nvSpPr>
        <p:spPr>
          <a:xfrm>
            <a:off x="273772" y="873631"/>
            <a:ext cx="8596455" cy="38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"/>
          <p:cNvSpPr txBox="1"/>
          <p:nvPr/>
        </p:nvSpPr>
        <p:spPr>
          <a:xfrm>
            <a:off x="273772" y="873631"/>
            <a:ext cx="8596455" cy="38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"/>
          <p:cNvSpPr txBox="1"/>
          <p:nvPr/>
        </p:nvSpPr>
        <p:spPr>
          <a:xfrm>
            <a:off x="273772" y="873631"/>
            <a:ext cx="8596455" cy="38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oByte 2K26 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BioByte 2K26</dc:title>
  <dc:subject>PptxGenJS Presentation</dc:subject>
  <dc:creator>PptxGenJS</dc:creator>
  <cp:lastModifiedBy>PptxGenJS</cp:lastModifiedBy>
  <cp:revision>1</cp:revision>
  <dcterms:created xsi:type="dcterms:W3CDTF">2026-10-04T07:15:23Z</dcterms:created>
  <dcterms:modified xsi:type="dcterms:W3CDTF">2026-10-04T07:15:23Z</dcterms:modified>
</cp:coreProperties>
</file>